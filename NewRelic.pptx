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FA19-7321-E8B1-6837-9EBC06143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72F02-6018-E642-386A-CE1C4679E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9244-ED08-EE44-C715-F83C453A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A5F12-8C44-AA2A-25E5-D6EF1E474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CA72-882D-BE84-23F5-7EE1825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50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17797-E126-1502-6E86-F4F4EE03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B4E7F-582B-FFA1-5AE6-787FF8475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A71B-DB56-F69A-470F-254D63D0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E9DF1-D577-E410-7CD4-ED0CBA8BC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3482F-A891-0744-921B-E8947C972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50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5624-4D56-C2BB-F122-49A757003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BF1F3-FF54-0A10-4C4C-012C6AE89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343BD-CC30-C4AF-53A0-D8BBDA39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E0378-5732-8A9E-2597-9AA8D30FC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DEC8-6995-B80C-835D-CA77878C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599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5F878-FCDE-E201-9E68-293D12BDD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14B98-3B56-D680-6E2F-D2A5E29C6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0654D-9522-5BAA-ECB1-1CB3DE5AA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B377-8F33-CA58-E45C-1C8A001BA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8E812-9B2C-6A44-8438-A3F11950F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1C392-2A09-7EB5-F566-BF37E5335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00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C1B7-8BE8-3E1C-6C67-33B3A3C63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C944D-A808-667F-837A-6E8318916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464A4-441A-598C-B57B-3F1E3A448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63F98-65CD-0CB1-5B15-570AECC0FE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A6B262-E06F-D8D6-9F50-6401A96AB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8BC43-9FFD-3C16-B97B-06BF3169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AEED88-40C7-A50A-E30D-E87033467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94B13-F38F-C365-EB10-EE28696F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006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1C3EC-82F2-3BA5-724F-90A559C7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28370-FC19-7CE1-78B9-0BA71467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90D66-4EA7-06E4-0C4F-99DAFE4B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73BC2-7652-02BC-4994-C3C613C2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287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AD43D8-94AF-2905-6834-493B9110E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94602-CCC1-25E5-0C5B-496D1EF25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34C44-F242-2B1D-C6F5-B504845E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0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7D683-500A-46B4-C0C8-F52833F2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9DC9C-0EC5-E2A9-5652-7256BBB33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0968A-46D2-2F2C-CBC8-FA61CF813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38488-97B9-3332-B4E2-E3CDE5F4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9C9DF7-CD03-5873-4E4C-9CF2F0450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70483-A253-57C7-6C1D-D330E6C7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34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8FA7-7B41-1F48-B647-ADE03C532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D3A97-BB1A-BD07-09EE-7B57D99E5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44455-F8AC-1B73-485B-CA81C5CC2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AFD28-F75F-58A0-933A-B37D8202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BE8053-A404-EFED-67AF-6FF91CB43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812B5-153E-5285-0650-3DEAAC1DF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65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1B954-8027-C62E-92F9-13855D47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AB52B-C4EF-7A6C-47EF-B76FA8472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5CB55-6410-4D74-1A1F-C79EA8EDE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245BB-EEA6-2AFB-34FC-1B818EF9C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B9E0-7BA2-8A06-C771-5901E281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53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EE9C22-34B1-C65D-00B1-A0BBEA0EA4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94157-AE4F-9377-F2CE-9644729A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1D342-E600-0A72-7940-1F0EBB5AB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D8C07-B618-E3C4-BD95-8565D4E93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99EE3-82BD-4980-8F81-FF4707AA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29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E4ED9-BCF7-0CA0-4DC2-23BD66DE0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EBEB7-F8F2-4582-7EBD-72C37C44DD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8C2F-B671-2D81-0033-9ADB6F66E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31007-1FFA-4203-80DD-6844FC3354DF}" type="datetimeFigureOut">
              <a:rPr lang="en-IN" smtClean="0"/>
              <a:t>30-10-2024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548E3-2207-74A5-F48D-4D9A7D75E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C9C7B-61B4-968B-1132-6861AB6AA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8AB1D-5F70-4543-B16F-F209BE0F69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2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CACFA-8383-4DA5-678E-58241BE412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New Relic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7E760-0756-18D1-6B3E-BB0CFAE994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Vilas Varghese</a:t>
            </a:r>
          </a:p>
        </p:txBody>
      </p:sp>
    </p:spTree>
    <p:extLst>
      <p:ext uri="{BB962C8B-B14F-4D97-AF65-F5344CB8AC3E}">
        <p14:creationId xmlns:p14="http://schemas.microsoft.com/office/powerpoint/2010/main" val="225771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ABB96-F7BA-233E-AF23-C8946577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New Relic?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2A0D8B-22F6-972E-D400-7B0C277216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845936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comprehensive observability platform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Monitors the performance of applications, infrastructure, and digital experiences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actionable insights for optimizing performance and user experience </a:t>
            </a:r>
          </a:p>
        </p:txBody>
      </p:sp>
    </p:spTree>
    <p:extLst>
      <p:ext uri="{BB962C8B-B14F-4D97-AF65-F5344CB8AC3E}">
        <p14:creationId xmlns:p14="http://schemas.microsoft.com/office/powerpoint/2010/main" val="976418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C7C3-1279-8F0D-0C73-45C70BD5E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New Relic?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DD264-95BD-CDBC-3511-624D09615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0134"/>
            <a:ext cx="38170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 problem identification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troubleshooting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application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user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 </a:t>
            </a:r>
          </a:p>
        </p:txBody>
      </p:sp>
    </p:spTree>
    <p:extLst>
      <p:ext uri="{BB962C8B-B14F-4D97-AF65-F5344CB8AC3E}">
        <p14:creationId xmlns:p14="http://schemas.microsoft.com/office/powerpoint/2010/main" val="166004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ACAA-7522-EC4E-6C96-258E8F12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Performance Monitoring (APM)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1659DD-A281-F978-B3B2-337A7B0FEA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458651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application performance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traces and error tracking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Code-level visibility </a:t>
            </a:r>
          </a:p>
        </p:txBody>
      </p:sp>
    </p:spTree>
    <p:extLst>
      <p:ext uri="{BB962C8B-B14F-4D97-AF65-F5344CB8AC3E}">
        <p14:creationId xmlns:p14="http://schemas.microsoft.com/office/powerpoint/2010/main" val="718335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DEE96-80D5-922C-C281-6C6980913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Infrastructure Monitoring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91D1B2-6A2E-A228-F57D-CA357323C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495840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Server, network, and container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utilization and performance metrics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Anomaly detection and alerting </a:t>
            </a:r>
          </a:p>
        </p:txBody>
      </p:sp>
    </p:spTree>
    <p:extLst>
      <p:ext uri="{BB962C8B-B14F-4D97-AF65-F5344CB8AC3E}">
        <p14:creationId xmlns:p14="http://schemas.microsoft.com/office/powerpoint/2010/main" val="305604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D471-2F2C-EB51-BBD4-2A4C4A76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Experience Monitoring (DEM)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F79974-E554-DE40-D8C5-20C93C325B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315022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Real-user monitoring (RUM)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Synthetic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monitoring </a:t>
            </a:r>
          </a:p>
        </p:txBody>
      </p:sp>
    </p:spTree>
    <p:extLst>
      <p:ext uri="{BB962C8B-B14F-4D97-AF65-F5344CB8AC3E}">
        <p14:creationId xmlns:p14="http://schemas.microsoft.com/office/powerpoint/2010/main" val="160547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DBA4-95B2-CC9D-C590-B203D19D2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374590-FFD6-0E1B-E3E6-79D3359B2B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1"/>
            <a:ext cx="344517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log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search and filtering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analytics and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72273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E1A4-622C-81BD-7D3F-942A9FC9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428A3A-BD69-3CDA-2036-C7ED200EB5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3062"/>
            <a:ext cx="537358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Performance: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and resolve performance bottlenecks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application and infrastructure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User Experience: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user interactions and website performance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Proactively address performance issues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Downtime: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and resolve issues before they impact users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 incident response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 Making: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Leverage data-driven insights to inform strategic decisions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resource allocation and capacity planning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390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6FE47-7A66-C7A1-B66E-026FDA53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15174A-4235-CCAB-91F5-4680A8A314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2"/>
            <a:ext cx="527580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Insights: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anomaly detection and root cause analysis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analytics and forecasting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Dashboards and Alerts: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personalized dashboards and alerts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critical metrics and thresholds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Other 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Seamless integration with popular tools and technologies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monitoring and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28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224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New Relic</vt:lpstr>
      <vt:lpstr>What is New Relic?</vt:lpstr>
      <vt:lpstr>Why New Relic?</vt:lpstr>
      <vt:lpstr>Application Performance Monitoring (APM)</vt:lpstr>
      <vt:lpstr>Infrastructure Monitoring</vt:lpstr>
      <vt:lpstr>Digital Experience Monitoring (DEM)</vt:lpstr>
      <vt:lpstr>Log Management</vt:lpstr>
      <vt:lpstr>Key Benefits</vt:lpstr>
      <vt:lpstr>Advanced Features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Vilas Varghese</dc:creator>
  <cp:lastModifiedBy>Vilas Varghese</cp:lastModifiedBy>
  <cp:revision>5</cp:revision>
  <dcterms:created xsi:type="dcterms:W3CDTF">2024-10-30T04:32:51Z</dcterms:created>
  <dcterms:modified xsi:type="dcterms:W3CDTF">2024-10-30T04:36:38Z</dcterms:modified>
</cp:coreProperties>
</file>